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Studio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open-source IDE for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editor, RAG, streaming, 23 node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